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3" r:id="rId13"/>
    <p:sldId id="269" r:id="rId14"/>
    <p:sldId id="272" r:id="rId15"/>
    <p:sldId id="264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548640"/>
            <a:ext cx="10058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005840"/>
            <a:ext cx="10058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463040"/>
            <a:ext cx="10058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292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 RECOVERY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6858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RepoClaw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Build Recovery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8ED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Full Forensic Observability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2560320" cy="822960"/>
          </a:xfrm>
          <a:prstGeom prst="rect">
            <a:avLst/>
          </a:prstGeom>
          <a:solidFill>
            <a:srgbClr val="131D35"/>
          </a:solidFill>
          <a:ln w="1905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9476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Heuristic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B0"/>
                </a:solidFill>
              </a:rPr>
              <a:t>20+ Failure Signatures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3794760"/>
            <a:ext cx="2560320" cy="822960"/>
          </a:xfrm>
          <a:prstGeom prst="rect">
            <a:avLst/>
          </a:prstGeom>
          <a:solidFill>
            <a:srgbClr val="131D35"/>
          </a:solidFill>
          <a:ln w="1905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79476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Bounded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4178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B0"/>
                </a:solidFill>
              </a:rPr>
              <a:t>Max 3 Repair Cycles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2560320" cy="822960"/>
          </a:xfrm>
          <a:prstGeom prst="rect">
            <a:avLst/>
          </a:prstGeom>
          <a:solidFill>
            <a:srgbClr val="131D35"/>
          </a:solidFill>
          <a:ln w="1905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379476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Secure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417880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B0"/>
                </a:solidFill>
              </a:rPr>
              <a:t>512MB / 1 Core Sandbox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4754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DB0"/>
                </a:solidFill>
              </a:rPr>
              <a:t>Hackathon Submission 2025</a:t>
            </a:r>
            <a:endParaRPr lang="en-US" sz="900" dirty="0"/>
          </a:p>
        </p:txBody>
      </p:sp>
      <p:sp>
        <p:nvSpPr>
          <p:cNvPr id="23" name="Text Box 22"/>
          <p:cNvSpPr txBox="1"/>
          <p:nvPr/>
        </p:nvSpPr>
        <p:spPr>
          <a:xfrm>
            <a:off x="5122545" y="2240280"/>
            <a:ext cx="32848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bg1"/>
                </a:solidFill>
              </a:rPr>
              <a:t>Barath Ganesh SP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Anirudh ST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C Nambi Narayana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Chanakya DA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RV College of Engineering</a:t>
            </a:r>
            <a:endParaRPr lang="en-I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Broken builds block everything.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697480" cy="256032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2880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202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Hours of manual triage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DB0"/>
                </a:solidFill>
              </a:rPr>
              <a:t>Developers grep logs, search Stack Overflow, and guess at fixes — all while the pipeline is blocked.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256032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2880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202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agents hallucinate patches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DB0"/>
                </a:solidFill>
              </a:rPr>
              <a:t>LLM-generated code fixes introduce new bugs and lack auditability — a liability in production pipelines.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97480" cy="256032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9202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Proactive tools miss the moment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99923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DB0"/>
                </a:solidFill>
              </a:rPr>
              <a:t>Dependabot keeps deps fresh, but when a build is already broken, no tool reactively diagnoses and repairs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526280"/>
            <a:ext cx="859536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526280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RepoClaw is the missing reactive layer: deterministic, auditable, and sandboxed.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E5B0"/>
                </a:solidFill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RepoClaw: Infrastructure-Grade CI Recovery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783080"/>
            <a:ext cx="969264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Clone Repo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97864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16736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16736" y="1783080"/>
            <a:ext cx="969264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62456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Detect Build System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0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4872" y="1783080"/>
            <a:ext cx="969264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0592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Attempt Build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74136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93008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008" y="1783080"/>
            <a:ext cx="969264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Classify Failure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62272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1144" y="1783080"/>
            <a:ext cx="969264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6864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Select Policy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50408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783080"/>
            <a:ext cx="969264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15000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Apply Mutation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38544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57416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57416" y="1783080"/>
            <a:ext cx="969264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B0"/>
                </a:solidFill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03136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Rebuild &amp; Validate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26680" y="2093976"/>
            <a:ext cx="118872" cy="36576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45552" y="1783080"/>
            <a:ext cx="969264" cy="658368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45552" y="1783080"/>
            <a:ext cx="969264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45552" y="1837944"/>
            <a:ext cx="969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B0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91272" y="2057400"/>
            <a:ext cx="87782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Provenance Record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743200"/>
            <a:ext cx="2697480" cy="210312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2743200"/>
            <a:ext cx="64008" cy="2103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283464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Heuristic-First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38912" y="3291840"/>
            <a:ext cx="24231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B8DB0"/>
                </a:solidFill>
              </a:rPr>
              <a:t>20+ regex patterns classify failures before any LLM is consulted. Tiered match strengths ensure confidence.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2743200"/>
            <a:ext cx="2697480" cy="2103120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2743200"/>
            <a:ext cx="64008" cy="21031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4992" y="283464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Policy-Driven Repair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364992" y="3291840"/>
            <a:ext cx="24231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B8DB0"/>
                </a:solidFill>
              </a:rPr>
              <a:t>Each error class maps to a static repair policy with declared mutation surfaces, safety class, and rollback rules.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26480" y="2743200"/>
            <a:ext cx="2697480" cy="2103120"/>
          </a:xfrm>
          <a:prstGeom prst="rect">
            <a:avLst/>
          </a:prstGeom>
          <a:solidFill>
            <a:srgbClr val="131D35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2743200"/>
            <a:ext cx="6400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283464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Bounded Retry Loop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91072" y="3291840"/>
            <a:ext cx="24231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B8DB0"/>
                </a:solidFill>
              </a:rPr>
              <a:t>Max 3 cycles with material-mutation detection prevents synthetic repetition and infinite loops.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React / Vite CI Console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645920"/>
            <a:ext cx="36576" cy="137160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83080"/>
            <a:ext cx="393192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73152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Node.js Recovery Orchestrator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03120" y="2423160"/>
            <a:ext cx="36576" cy="137160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393192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Heuristic Pattern Matcher (20+ sigs)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03120" y="3200400"/>
            <a:ext cx="36576" cy="137160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37560"/>
            <a:ext cx="393192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37560"/>
            <a:ext cx="73152" cy="64008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832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POLICY 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Static Repair Strategy Registry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3977640"/>
            <a:ext cx="36576" cy="137160"/>
          </a:xfrm>
          <a:prstGeom prst="rect">
            <a:avLst/>
          </a:prstGeom>
          <a:solidFill>
            <a:srgbClr val="7B8DB0"/>
          </a:solidFill>
          <a:ln w="12700">
            <a:solidFill>
              <a:srgbClr val="7B8D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14800"/>
            <a:ext cx="393192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14800"/>
            <a:ext cx="73152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05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SANDBOX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165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512MB · 1 Core · PID 256 · no-new-priv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4114800" cy="566928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417320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1463040"/>
            <a:ext cx="3429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Heuristics first — LLM only for UNKNOWN class, capped at 0.75 match strength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121408"/>
            <a:ext cx="4114800" cy="566928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121408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2167128"/>
            <a:ext cx="3429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LLMs never generate code patches — repair is always a lookup, not generation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825496"/>
            <a:ext cx="4114800" cy="566928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25496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2871216"/>
            <a:ext cx="3429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Every mutation surface, safety class, and rollback rule is statically declared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529584"/>
            <a:ext cx="4114800" cy="566928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29584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57800" y="3575304"/>
            <a:ext cx="3429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Docker enforces memory, CPU, PID, and privilege limits — no sandbox escape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233672"/>
            <a:ext cx="4114800" cy="566928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23367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257800" y="4279392"/>
            <a:ext cx="3429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Full forensic provenance: failure class → strategy → mutation → exit code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</a:rPr>
              <a:t>REPAIR POLICIES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5146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60120"/>
            <a:ext cx="24414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 Class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960120"/>
            <a:ext cx="25146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960120"/>
            <a:ext cx="24414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Repair Strategy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40680" y="960120"/>
            <a:ext cx="17830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3832" y="960120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Mutation Surface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960120"/>
            <a:ext cx="10058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960120"/>
            <a:ext cx="93268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417320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417320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1417320"/>
            <a:ext cx="178308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1417320"/>
            <a:ext cx="100584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41732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MISSING_DEPENDENCY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07792" y="141732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Append to install command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13832" y="1417320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install_command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88352" y="1417320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</a:rPr>
              <a:t>SAFE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911096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1911096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1911096"/>
            <a:ext cx="178308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911096"/>
            <a:ext cx="100584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1911096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DEPENDENCY_CONFLICT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07792" y="1911096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Inject legacy peer deps flag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13832" y="1911096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install_flags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88352" y="1911096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</a:rPr>
              <a:t>SAFE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2404872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2404872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2404872"/>
            <a:ext cx="178308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404872"/>
            <a:ext cx="100584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404872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BUILD_SCRIPT_MISSING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07792" y="2404872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Inject package.json placeholder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13832" y="2404872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package_json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88352" y="2404872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CONSTRAINED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898648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2898648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898648"/>
            <a:ext cx="178308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2898648"/>
            <a:ext cx="100584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289864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TYPESCRIPT_CONFIG_FAILURE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907792" y="2898648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Generate minimal tsconfig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13832" y="2898648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tsconfig_json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88352" y="2898648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CONSTRAINED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3392424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34640" y="3392424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3392424"/>
            <a:ext cx="178308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0" y="3392424"/>
            <a:ext cx="100584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3392424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TYPESCRIPT_FAILURE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907792" y="3392424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Relax tsc strictness flags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13832" y="3392424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tsconfig_strict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88352" y="3392424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5B0"/>
                </a:solidFill>
              </a:rPr>
              <a:t>SAFE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3886200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34640" y="3886200"/>
            <a:ext cx="251460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40680" y="3886200"/>
            <a:ext cx="178308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0" y="3886200"/>
            <a:ext cx="1005840" cy="457200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388620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RUNTIME_VERSION_MISMATCH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907792" y="3886200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Strip engine constraint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513832" y="3886200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package_engines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88352" y="3886200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CONSTRAINED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28600" y="4379976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4379976"/>
            <a:ext cx="251460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40680" y="4379976"/>
            <a:ext cx="178308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00" y="4379976"/>
            <a:ext cx="1005840" cy="45720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4379976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</a:rPr>
              <a:t>PYTHON_NATIVE_TOOLCHAIN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907792" y="4379976"/>
            <a:ext cx="241401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Force binary-only wheels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13832" y="4379976"/>
            <a:ext cx="16824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pip_flags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388352" y="4379976"/>
            <a:ext cx="905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CONSTRAINED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28600" y="47548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DB0"/>
                </a:solidFill>
              </a:rPr>
              <a:t>Language Support: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828800" y="47365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31D35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0" y="4736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B0"/>
                </a:solidFill>
              </a:rPr>
              <a:t>Node.js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46120" y="47365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31D35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4736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E5B0"/>
                </a:solidFill>
              </a:rPr>
              <a:t>Python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47365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31D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63440" y="4736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Go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080760" y="47365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31D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4736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Rust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98080" y="473659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131D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98080" y="4736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</a:rPr>
              <a:t>CI CONSOLE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5029200" cy="3200400"/>
          </a:xfrm>
          <a:prstGeom prst="rect">
            <a:avLst/>
          </a:prstGeom>
          <a:solidFill>
            <a:srgbClr val="0A0E1A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029200" cy="292608"/>
          </a:xfrm>
          <a:prstGeom prst="rect">
            <a:avLst/>
          </a:prstGeom>
          <a:solidFill>
            <a:srgbClr val="131D35"/>
          </a:solidFill>
          <a:ln w="12700">
            <a:solidFill>
              <a:srgbClr val="131D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DB0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960120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8DB0"/>
                </a:solidFill>
              </a:rPr>
              <a:t>compiler output — /sandbox/build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30759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npm install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151333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warn ERESOLVE: peer dep conflict detected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171907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ERR! code ERESOLVE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192481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F444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ERR! peer react@"^17" from package-a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13055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" y="233629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[RepoClaw] Failure classified: DEPENDENCY_CONFLICT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254203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[RepoClaw] Match strength: 0.92 | Source: heuristic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" y="274777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[RepoClaw] Applying policy: inject_legacy_peer_deps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295351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npm install --legacy-peer-deps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" y="315925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added 847 packages in 14.2s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0040" y="336499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npm run build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0040" y="357073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webpack --mode production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377647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Build succeeded. Exit code: 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40680" y="96012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Recovery Provenance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0680" y="1353312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35331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Failure Classification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78040" y="135331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</a:rPr>
              <a:t>DEPENDENCY_CONFLICT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0680" y="1828800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8288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Match Strength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78040" y="18288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</a:rPr>
              <a:t>0.92 (heuristic)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304288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304288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Strategy Applied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78040" y="230428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</a:rPr>
              <a:t>inject_legacy_peer_deps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0680" y="2779776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779776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Mutation Surface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2779776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565C0"/>
                </a:solidFill>
              </a:rPr>
              <a:t>install_flags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3255264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25526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Safety Class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325526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B0"/>
                </a:solidFill>
              </a:rPr>
              <a:t>SAFE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40680" y="3730752"/>
            <a:ext cx="3383280" cy="4114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37307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8DB0"/>
                </a:solidFill>
              </a:rPr>
              <a:t>Rebuild Exit Code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373075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E5B0"/>
                </a:solidFill>
              </a:rPr>
              <a:t>0 — Passed 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0680" y="4251960"/>
            <a:ext cx="3383280" cy="640080"/>
          </a:xfrm>
          <a:prstGeom prst="rect">
            <a:avLst/>
          </a:prstGeom>
          <a:solidFill>
            <a:srgbClr val="131D35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32120" y="427024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Sandbox Execution Policy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32120" y="45262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B8DB0"/>
                </a:solidFill>
              </a:rPr>
              <a:t>512MB Memory  ·  1 CPU Core  ·  PID 256  ·  no-new-privileges  ·  Read-only mounts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4251960"/>
            <a:ext cx="50292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1E2D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25196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B0"/>
                </a:solidFill>
              </a:rPr>
              <a:t>RECOVERY COMPLETE  ·  Cycle 1 of 3  ·  Duration: 32.4s  ·  Mutations Applied: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E5B0"/>
          </a:solidFill>
          <a:ln w="12700">
            <a:solidFill>
              <a:srgbClr val="00E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E5B0"/>
                </a:solidFill>
              </a:rPr>
              <a:t>COMPETITIVE DIFFERENTIATION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240280" cy="384048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60120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1965960" cy="384048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960120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Dependabot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1965960" cy="384048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960120"/>
            <a:ext cx="186537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Coding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960120"/>
            <a:ext cx="2057400" cy="384048"/>
          </a:xfrm>
          <a:prstGeom prst="rect">
            <a:avLst/>
          </a:prstGeom>
          <a:solidFill>
            <a:srgbClr val="1565C0"/>
          </a:solidFill>
          <a:ln w="19050">
            <a:solidFill>
              <a:srgbClr val="00E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85432" y="960120"/>
            <a:ext cx="19568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B0"/>
                </a:solidFill>
              </a:rPr>
              <a:t>RepoClaw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417320"/>
            <a:ext cx="224028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417320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417320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417320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1732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Reactive to broken builds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697480" y="141732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41732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41732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1892808"/>
            <a:ext cx="224028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1892808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892808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892808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892808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Deterministic (no LLM in hot path)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97480" y="189280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89280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189280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2368296"/>
            <a:ext cx="224028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2368296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68296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2368296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368296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Full audit trail / provenance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697480" y="236829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236829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2368296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2843784"/>
            <a:ext cx="224028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06040" y="2843784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843784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2843784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843784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Sandboxed execution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697480" y="284378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8DB0"/>
                </a:solidFill>
              </a:rPr>
              <a:t>N/A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284378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03720" y="2843784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8600" y="3319272"/>
            <a:ext cx="224028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3319272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3319272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12280" y="3319272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319272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No hallucinated patches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697480" y="3319272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0600" y="3319272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03720" y="3319272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28600" y="3794760"/>
            <a:ext cx="224028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06040" y="3794760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9160" y="3794760"/>
            <a:ext cx="1965960" cy="438912"/>
          </a:xfrm>
          <a:prstGeom prst="rect">
            <a:avLst/>
          </a:prstGeom>
          <a:solidFill>
            <a:srgbClr val="0D1B3E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12280" y="3794760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79476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Multi-language support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697480" y="37947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00600" y="3794760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903720" y="379476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28600" y="4270248"/>
            <a:ext cx="224028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06040" y="4270248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09160" y="4270248"/>
            <a:ext cx="1965960" cy="438912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12280" y="4270248"/>
            <a:ext cx="2057400" cy="438912"/>
          </a:xfrm>
          <a:prstGeom prst="rect">
            <a:avLst/>
          </a:prstGeom>
          <a:solidFill>
            <a:srgbClr val="131D3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270248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8EDF5"/>
                </a:solidFill>
              </a:rPr>
              <a:t>Bounded retry (no infinite loops)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697480" y="427024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8DB0"/>
                </a:solidFill>
              </a:rPr>
              <a:t>N/A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800600" y="427024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✗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903720" y="427024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B0"/>
                </a:solidFill>
              </a:rPr>
              <a:t>✓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131D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</a:rPr>
              <a:t>"RepoClaw is not Dependabot. It's not an AI agent. It's the reactive, auditable layer that neither provides."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</a:rPr>
              <a:t>DEMO &amp; LOCAL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 RepoClaw in 3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Pre-warm sandbox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pull node:20-alpine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72491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249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backend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2999232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992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 &amp;&amp; npm start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80390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frontend console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078224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7822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 Scenario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4114800" cy="128016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5727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DB0"/>
                </a:solidFill>
              </a:rPr>
              <a:t>URL Input: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828800"/>
            <a:ext cx="3840480" cy="384048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8288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file:///c:/…/RepoClaw/test-repos/demo-conflict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Navigate to http://localhost:5173/ → paste URL → click 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in real-time: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310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Compiler log streaming live in terminal panel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3989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Failure class &amp; match strength appear instantly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1696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Policy selection with mutation surface displayed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994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Rebuild exit code in provenance record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Prerequisites: Node.js v20+  ·  Docker Desktop (running)</a:t>
            </a:r>
            <a:endParaRPr lang="en-US" sz="900" dirty="0"/>
          </a:p>
        </p:txBody>
      </p:sp>
      <p:sp>
        <p:nvSpPr>
          <p:cNvPr id="37" name="Text Box 36"/>
          <p:cNvSpPr txBox="1"/>
          <p:nvPr/>
        </p:nvSpPr>
        <p:spPr>
          <a:xfrm>
            <a:off x="1593215" y="472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kern="0" spc="400" dirty="0">
                <a:solidFill>
                  <a:srgbClr val="F59E0B"/>
                </a:solidFill>
              </a:rPr>
              <a:t>SNAPSHOTS</a:t>
            </a:r>
            <a:endParaRPr lang="en-IN" altLang="en-US" sz="1300" b="1" kern="0" spc="400" dirty="0">
              <a:solidFill>
                <a:srgbClr val="F59E0B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 RepoClaw in 3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Pre-warm sandbox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pull node:20-alpine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72491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249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backend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2999232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992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 &amp;&amp; npm start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80390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frontend console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078224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7822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 Scenario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4114800" cy="128016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5727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DB0"/>
                </a:solidFill>
              </a:rPr>
              <a:t>URL Input: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828800"/>
            <a:ext cx="3840480" cy="384048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8288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file:///c:/…/RepoClaw/test-repos/demo-conflict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Navigate to http://localhost:5173/ → paste URL → click 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in real-time: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310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Compiler log streaming live in terminal panel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3989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Failure class &amp; match strength appear instantly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1696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Policy selection with mutation surface displayed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994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Rebuild exit code in provenance record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Prerequisites: Node.js v20+  ·  Docker Desktop (running)</a:t>
            </a:r>
            <a:endParaRPr lang="en-US" sz="900" dirty="0"/>
          </a:p>
        </p:txBody>
      </p:sp>
      <p:sp>
        <p:nvSpPr>
          <p:cNvPr id="37" name="Text Box 36"/>
          <p:cNvSpPr txBox="1"/>
          <p:nvPr/>
        </p:nvSpPr>
        <p:spPr>
          <a:xfrm>
            <a:off x="1593215" y="472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0250"/>
            <a:ext cx="9143365" cy="4413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kern="0" spc="400" dirty="0">
                <a:solidFill>
                  <a:srgbClr val="F59E0B"/>
                </a:solidFill>
              </a:rPr>
              <a:t>SNAPSHOTS</a:t>
            </a:r>
            <a:endParaRPr lang="en-IN" altLang="en-US" sz="1300" b="1" kern="0" spc="400" dirty="0">
              <a:solidFill>
                <a:srgbClr val="F59E0B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 RepoClaw in 3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Pre-warm sandbox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pull node:20-alpine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72491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249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backend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2999232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992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 &amp;&amp; npm start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80390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frontend console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078224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7822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 Scenario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4114800" cy="128016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5727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DB0"/>
                </a:solidFill>
              </a:rPr>
              <a:t>URL Input: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828800"/>
            <a:ext cx="3840480" cy="384048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8288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file:///c:/…/RepoClaw/test-repos/demo-conflict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Navigate to http://localhost:5173/ → paste URL → click 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in real-time: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310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Compiler log streaming live in terminal panel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3989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Failure class &amp; match strength appear instantly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1696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Policy selection with mutation surface displayed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994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Rebuild exit code in provenance record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Prerequisites: Node.js v20+  ·  Docker Desktop (running)</a:t>
            </a:r>
            <a:endParaRPr lang="en-US" sz="900" dirty="0"/>
          </a:p>
        </p:txBody>
      </p:sp>
      <p:sp>
        <p:nvSpPr>
          <p:cNvPr id="37" name="Text Box 36"/>
          <p:cNvSpPr txBox="1"/>
          <p:nvPr/>
        </p:nvSpPr>
        <p:spPr>
          <a:xfrm>
            <a:off x="1593215" y="472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33425"/>
            <a:ext cx="9144000" cy="43675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kern="0" spc="400" dirty="0">
                <a:solidFill>
                  <a:srgbClr val="F59E0B"/>
                </a:solidFill>
              </a:rPr>
              <a:t>SNAPSHOTS</a:t>
            </a:r>
            <a:endParaRPr lang="en-IN" altLang="en-US" sz="1300" b="1" kern="0" spc="400" dirty="0">
              <a:solidFill>
                <a:srgbClr val="F59E0B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 RepoClaw in 3 Steps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Pre-warm sandbox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pull node:20-alpine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72491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7249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backend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2999232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99232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 &amp;&amp; npm start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206240" cy="987552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803904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039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58184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Launch frontend console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4078224"/>
            <a:ext cx="3474720" cy="457200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078224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B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Demo Scenario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508760"/>
            <a:ext cx="4114800" cy="1280160"/>
          </a:xfrm>
          <a:prstGeom prst="rect">
            <a:avLst/>
          </a:prstGeom>
          <a:solidFill>
            <a:srgbClr val="131D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57276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8DB0"/>
                </a:solidFill>
              </a:rPr>
              <a:t>URL Input: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828800"/>
            <a:ext cx="3840480" cy="384048"/>
          </a:xfrm>
          <a:prstGeom prst="rect">
            <a:avLst/>
          </a:prstGeom>
          <a:solidFill>
            <a:srgbClr val="05081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82880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file:///c:/…/RepoClaw/test-repos/demo-conflict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28600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Navigate to http://localhost:5173/ → paste URL → click Analyze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Watch in real-time: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310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Compiler log streaming live in terminal panel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3989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Failure class &amp; match strength appear instantly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416966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Policy selection with mutation surface displayed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994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→  </a:t>
            </a:r>
            <a:r>
              <a:rPr lang="en-US" sz="1000" dirty="0">
                <a:solidFill>
                  <a:srgbClr val="E8EDF5"/>
                </a:solidFill>
              </a:rPr>
              <a:t>Rebuild exit code in provenance record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Prerequisites: Node.js v20+  ·  Docker Desktop (running)</a:t>
            </a:r>
            <a:endParaRPr lang="en-US" sz="900" dirty="0"/>
          </a:p>
        </p:txBody>
      </p:sp>
      <p:sp>
        <p:nvSpPr>
          <p:cNvPr id="37" name="Text Box 36"/>
          <p:cNvSpPr txBox="1"/>
          <p:nvPr/>
        </p:nvSpPr>
        <p:spPr>
          <a:xfrm>
            <a:off x="1593215" y="4724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6120"/>
            <a:ext cx="9144000" cy="4437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3840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RepoClaw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EDF5"/>
                </a:solidFill>
              </a:rPr>
              <a:t>Deterministic Build Recovery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EDF5"/>
                </a:solidFill>
              </a:rPr>
              <a:t>Engine &amp; CI Console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B0"/>
                </a:solidFill>
              </a:rPr>
              <a:t>✓  </a:t>
            </a:r>
            <a:r>
              <a:rPr lang="en-US" sz="1050" dirty="0">
                <a:solidFill>
                  <a:srgbClr val="E8EDF5"/>
                </a:solidFill>
              </a:rPr>
              <a:t>Heuristic-first — no LLM in the repair hot path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308152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B0"/>
                </a:solidFill>
              </a:rPr>
              <a:t>✓  </a:t>
            </a:r>
            <a:r>
              <a:rPr lang="en-US" sz="1050" dirty="0">
                <a:solidFill>
                  <a:srgbClr val="E8EDF5"/>
                </a:solidFill>
              </a:rPr>
              <a:t>Bounded, auditable retry with provenance record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3557016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B0"/>
                </a:solidFill>
              </a:rPr>
              <a:t>✓  </a:t>
            </a:r>
            <a:r>
              <a:rPr lang="en-US" sz="1050" dirty="0">
                <a:solidFill>
                  <a:srgbClr val="E8EDF5"/>
                </a:solidFill>
              </a:rPr>
              <a:t>Docker sandbox with strict resource enforcement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4032504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5B0"/>
                </a:solidFill>
              </a:rPr>
              <a:t>✓  </a:t>
            </a:r>
            <a:r>
              <a:rPr lang="en-US" sz="1050" dirty="0">
                <a:solidFill>
                  <a:srgbClr val="E8EDF5"/>
                </a:solidFill>
              </a:rPr>
              <a:t>Full forensic observability from failure to fix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54864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8DB0"/>
                </a:solidFill>
              </a:rPr>
              <a:t>Questions? Let's run the demo.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201168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14884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DB0"/>
                </a:solidFill>
              </a:rPr>
              <a:t>Failure Signatures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2103120"/>
            <a:ext cx="201168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214884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26060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DB0"/>
                </a:solidFill>
              </a:rPr>
              <a:t>Max Repair Cycles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201168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1546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36118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DB0"/>
                </a:solidFill>
              </a:rPr>
              <a:t>Auto-Repair Classes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12280" y="3108960"/>
            <a:ext cx="2011680" cy="822960"/>
          </a:xfrm>
          <a:prstGeom prst="rect">
            <a:avLst/>
          </a:prstGeom>
          <a:solidFill>
            <a:srgbClr val="131D35"/>
          </a:solidFill>
          <a:ln w="12700">
            <a:solidFill>
              <a:srgbClr val="1E2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3154680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12280" y="36118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8DB0"/>
                </a:solidFill>
              </a:rPr>
              <a:t>LLM Patches Applied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41605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DB0"/>
                </a:solidFill>
              </a:rPr>
              <a:t>Stack: Node.js · React · Vite · Docker · PptxGenJS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RepoClaw  ·  Hackathon 2025  ·  Deterministic CI Recovery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6616</Words>
  <Application>WPS Presentation</Application>
  <PresentationFormat>On-screen Show (16:9)</PresentationFormat>
  <Paragraphs>556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RepoClaw – Deterministic Build Recovery Engine</dc:title>
  <dc:creator>RepoClaw Team</dc:creator>
  <dc:subject>PptxGenJS Presentation</dc:subject>
  <cp:lastModifiedBy>Chanakya Anegundi</cp:lastModifiedBy>
  <cp:revision>2</cp:revision>
  <dcterms:created xsi:type="dcterms:W3CDTF">2026-06-03T06:29:00Z</dcterms:created>
  <dcterms:modified xsi:type="dcterms:W3CDTF">2026-06-03T06:37:14Z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68DF95638A04492EAED425C1B36C2BCD_12</vt:lpwstr>
  </property>
</Properties>
</file>